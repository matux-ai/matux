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iMato多来源学习系统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K12教育机构开源管理系统 - 项目规划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2743200"/>
            <a:ext cx="5486400" cy="0"/>
          </a:xfrm>
          <a:prstGeom prst="line">
            <a:avLst/>
          </a:prstGeom>
          <a:noFill/>
          <a:ln w="25400">
            <a:solidFill>
              <a:srgbClr val="E8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K12开源管理系统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职校创客教育与市场对接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智能收费模型（免费+订阅+Token）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核心目标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🎯 为教育机构、校园AI教学、机器人培训机构（面向K12）提供开源免费管理系统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🤖 带AI教师功能、基础入门课件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🔗 打通学生、家长、机构、学校，建立统一课程体系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💼 职校创客教育与市场需求对接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💰 免费课程体系 + AI课程（订阅费+Token消耗）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目标用户群体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🏫 教育机构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机器人、编程、AI培训机构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📚 学校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中小学、职业学校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👨‍🏫 教师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授课教师、助教、教务管理员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👦 学生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K12学生（小学至高中）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👨‍👩‍👧 家长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查看学习进度和成果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🏛️ 教育局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数据汇总和监管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技术栈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</a:rPr>
              <a:t>前端: Angular 16 + TypeScript + Angular Material | 后端: Python FastAPI | 数据库: PostgreSQL | 部署: Docker + 云托管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K12核心系统架构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统一课程体系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4大分类：机器人、编程、AI基础、项目制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6级难度：Level 1-6对应K12各年级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多版本：基础版、进阶版、竞赛版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AI辅助推荐与个性化学习路径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914400"/>
            <a:ext cx="256032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AI教师系统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智能问答：基于课程内容答疑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代码批改：自动分析和反馈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项目指导：分步骤指导实践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学习推荐：个性化路径规划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914400"/>
            <a:ext cx="256032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四角色Dashboard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教师Dashboard：教学进度、学情分析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机构管理：运营数据、课程监控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学校管理：校本课程、跨机构协作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教育局：区域数据、质量监控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多端协同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Web端 + 移动端 + 管理端，数据实时同步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474720"/>
            <a:ext cx="384048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开源策略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AGPL-3.0协议 | 基础版完全免费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AI教师系统功能详解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💬 智能问答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基于课程内容回答学生问题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根据学生理解程度调整讲解方式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提供个性化的学习建议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384048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✅ 代码批改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智能分析学生代码并给出反馈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自动识别代码错误和优化建议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提供详细的修改说明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🎯 项目指导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分步骤指导学生完成实践项目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提供技术方案和代码示例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帮助学生解决开发中遇到的问题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926080"/>
            <a:ext cx="384048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📊 学习推荐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基于学习历史和兴趣推荐下一课程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个性化学习路径规划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智能适配学生能力水平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Token消耗参考: 智能问答(300-1500) | 代码批改(800-3500) | 学习路径推荐(700-2500) | 项目指导(800-3000)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职校创客教育与市场对接系统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核心价值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激发学生创新能力和实践能力  • 提供真实企业项目和市场需求对接  • 支持学生参加各类创客赛事  • 帮助学生对接就业机会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🚀 创客项目孵化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机器人、物联网、软件、混合项目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🏢 企业需求对接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技术开发、产品设计、创新研究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🤖 市场需求推荐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AI智能匹配算法，精准推荐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🏆 创客赛事管理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校内、区域、全国、国际赛事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65760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💼 成果展示就业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个人成果库、就业推荐对接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实施计划（预计7-11个月）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阶段1: 基础功能(2-3月) | 阶段2: 需求对接(1-2月) | 阶段3: 赛事管理(1-2月) | 阶段4: 智能推荐(1-2月) | 阶段5: 运营优化(持续)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收费模型设计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57D"/>
                </a:solidFill>
              </a:rPr>
              <a:t>免费版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57D"/>
                </a:solidFill>
              </a:rPr>
              <a:t>¥0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&lt;50学生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开源管理系统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基础课程(L1-2)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学生/家长/教师功能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基础Dashboard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创客项目管理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AI教师功能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智能推荐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高级数据分析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4572000"/>
          </a:xfrm>
          <a:prstGeom prst="rect">
            <a:avLst/>
          </a:prstGeom>
          <a:solidFill>
            <a:srgbClr val="E8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专业版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¥99/月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50-500学生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10,000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免费版所有功能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AI教师功能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智能课程推荐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学习路径AI规划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代码批改(500次/月)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企业需求推荐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赛事智能匹配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高级Dashboard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专属技术支持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定制化开发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743200" cy="45720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企业版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¥2999/月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&gt;500学生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148840"/>
            <a:ext cx="21945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100,000 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专业版所有功能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AI教师功能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专属技术支持(7×24)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定制化开发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数据导入/导出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专属服务器部署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SLA保障99.9%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培训服务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Token计费规则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输入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输出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单次消耗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智能问答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100-500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200-1000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300-1500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代码批改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300-1500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800-3500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学习路径推荐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200-500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700-2500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项目指导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300-1000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800-3000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课程内容生成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500-1000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1000-5000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1500-6000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计费规则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3749040"/>
            <a:ext cx="265176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57D"/>
                </a:solidFill>
              </a:rPr>
              <a:t>免费版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无Token配额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¥0.1/1000 tokens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749040"/>
            <a:ext cx="265176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专业版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10,000 tokens/月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超出 ¥0.08/1000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749040"/>
            <a:ext cx="265176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企业版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100,000 tokens/月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超出 ¥0.06/1000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提醒策略: ⚠️配额预警(80%) | 🚫配额耗尽(暂停AI) | 📅到期提醒(前7天/3天/1天) | ⬇️功能降级(未续费)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实施优先级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P0 - 第一优先级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1. 统一课程体系管理  2. 四角色Dashboard基础版  3. 开源代码整理与发布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8229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P1 - 第二优先级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4. AI教师问答功能  5. AI代码批改功能  6. Token消耗监控与计费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8229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P2 - 第三优先级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7. 创客项目管理  8. 企业需求对接  9. 基础赛事管理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8229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P3 - 第四优先级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10. AI智能推荐系统  11. 创客赛事完整功能  12. 就业对接系统  13. 数据分析与报表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82296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57D"/>
                </a:solidFill>
              </a:rPr>
              <a:t>P4 - 第五优先级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14. 性能优化与监控  15. 用户反馈系统  16. 国际化支持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开源与商业化策略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4114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开源策略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开源范围: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前端完整代码（Angular 16）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后端核心功能（FastAPI）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数据库Schema和API文档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基础课程内容（L1-2）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部署文档和运维指南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开源协议: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代码：AGPL-3.0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课程：CC BY-NC-SA 4.0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• AI模型：不开源（API服务）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3840480" cy="4114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商业化模式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基础版（免费）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完全免费，包含开源代码和基础课程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适合个人教师和小型机构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专业版（¥99/月）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包含AI教师功能和智能推荐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10,000 tokens/月配额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适合中型机构和学校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企业版（¥2999/月）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包含定制化部署和技术支持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100,000 tokens/月配额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适合大型机构和教育局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数据安全与合规保障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🔒 数据隔离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不同租户数据严格隔离（基于organization_id）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AI教师对话记录加密存储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支付信息使用第三方平台，不直接存储敏感数据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✓ 合规要求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符合《个人信息保护法》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学生数据脱敏处理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支持数据导出和删除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符合GDPR风格要求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🛡️ 技术保障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JWT Token认证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中间件权限验证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租户隔离中间件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完善的错误处理和日志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📊 运维保障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291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健康检查和优雅关闭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容器化部署（Docker）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环境变量管理配置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企业版SLA 99.9%保障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数据导出与隐私: ✓ Excel报表导出  ✓ PDF报告生成  ✓ 可视化图表  ✓ 数据删除请求  ✓ GDPR风格数据导出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</a:rPr>
              <a:t>核心价值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开源免费，降低教育机构门槛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AI赋能，提升教学效率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统一体系，打通多方协作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创客教育，对接市场需求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灵活付费，满足不同规模需求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383280"/>
            <a:ext cx="5486400" cy="0"/>
          </a:xfrm>
          <a:prstGeom prst="line">
            <a:avLst/>
          </a:prstGeom>
          <a:noFill/>
          <a:ln w="25400">
            <a:solidFill>
              <a:srgbClr val="E8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</a:rPr>
              <a:t>下一步计划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1. Phase 1: 本地环境功能测试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2. Phase 2: 云托管部署准备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3. Phase 3: 用户入口优化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4. Phase 4: 生产环境验证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📧 联系我们: info@imatuproject.com  |  🌐 官网: www.imatuproject.com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iMato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iMato多来源学习系统 - 项目规划</dc:title>
  <dc:subject>K12教育机构开源管理系统规划</dc:subject>
  <dc:creator>iMato Team</dc:creator>
  <cp:lastModifiedBy>iMato Team</cp:lastModifiedBy>
  <cp:revision>1</cp:revision>
  <dcterms:created xsi:type="dcterms:W3CDTF">2026-03-21T07:52:35Z</dcterms:created>
  <dcterms:modified xsi:type="dcterms:W3CDTF">2026-03-21T07:52:35Z</dcterms:modified>
</cp:coreProperties>
</file>